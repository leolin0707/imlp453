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3" r:id="rId2"/>
    <p:sldId id="689" r:id="rId3"/>
    <p:sldId id="690" r:id="rId4"/>
    <p:sldId id="691" r:id="rId5"/>
    <p:sldId id="692" r:id="rId6"/>
    <p:sldId id="69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振維 林" initials="振維" lastIdx="1" clrIdx="0">
    <p:extLst>
      <p:ext uri="{19B8F6BF-5375-455C-9EA6-DF929625EA0E}">
        <p15:presenceInfo xmlns:p15="http://schemas.microsoft.com/office/powerpoint/2012/main" userId="d4954d3f7936d39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CCF3"/>
    <a:srgbClr val="5B9BD5"/>
    <a:srgbClr val="C7D2E9"/>
    <a:srgbClr val="003399"/>
    <a:srgbClr val="B5D3B5"/>
    <a:srgbClr val="006600"/>
    <a:srgbClr val="FFFFB8"/>
    <a:srgbClr val="EAA994"/>
    <a:srgbClr val="FFFF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055" autoAdjust="0"/>
    <p:restoredTop sz="96400" autoAdjust="0"/>
  </p:normalViewPr>
  <p:slideViewPr>
    <p:cSldViewPr snapToGrid="0">
      <p:cViewPr varScale="1">
        <p:scale>
          <a:sx n="113" d="100"/>
          <a:sy n="113" d="100"/>
        </p:scale>
        <p:origin x="1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18BBDC-097C-4EDF-9BCD-10264DF2B0CB}" type="datetimeFigureOut">
              <a:rPr lang="zh-TW" altLang="en-US" smtClean="0"/>
              <a:t>2025/8/20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C0F07-9FF6-4858-964E-01E676644B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6795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734F-D85E-4FD7-AC18-15AD533831D0}" type="datetimeFigureOut">
              <a:rPr lang="zh-TW" altLang="en-US" smtClean="0"/>
              <a:t>2025/8/20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1108923-38FF-4335-8038-C7566879CD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504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734F-D85E-4FD7-AC18-15AD533831D0}" type="datetimeFigureOut">
              <a:rPr lang="zh-TW" altLang="en-US" smtClean="0"/>
              <a:t>2025/8/20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08923-38FF-4335-8038-C7566879CD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5747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734F-D85E-4FD7-AC18-15AD533831D0}" type="datetimeFigureOut">
              <a:rPr lang="zh-TW" altLang="en-US" smtClean="0"/>
              <a:t>2025/8/20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1108923-38FF-4335-8038-C7566879CD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8329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734F-D85E-4FD7-AC18-15AD533831D0}" type="datetimeFigureOut">
              <a:rPr lang="zh-TW" altLang="en-US" smtClean="0"/>
              <a:t>2025/8/20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1108923-38FF-4335-8038-C7566879CD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1217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734F-D85E-4FD7-AC18-15AD533831D0}" type="datetimeFigureOut">
              <a:rPr lang="zh-TW" altLang="en-US" smtClean="0"/>
              <a:t>2025/8/20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1108923-38FF-4335-8038-C7566879CD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5106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734F-D85E-4FD7-AC18-15AD533831D0}" type="datetimeFigureOut">
              <a:rPr lang="zh-TW" altLang="en-US" smtClean="0"/>
              <a:t>2025/8/20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08923-38FF-4335-8038-C7566879CD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4844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734F-D85E-4FD7-AC18-15AD533831D0}" type="datetimeFigureOut">
              <a:rPr lang="zh-TW" altLang="en-US" smtClean="0"/>
              <a:t>2025/8/20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08923-38FF-4335-8038-C7566879CD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0786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734F-D85E-4FD7-AC18-15AD533831D0}" type="datetimeFigureOut">
              <a:rPr lang="zh-TW" altLang="en-US" smtClean="0"/>
              <a:t>2025/8/20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08923-38FF-4335-8038-C7566879CD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5679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734F-D85E-4FD7-AC18-15AD533831D0}" type="datetimeFigureOut">
              <a:rPr lang="zh-TW" altLang="en-US" smtClean="0"/>
              <a:t>2025/8/20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1108923-38FF-4335-8038-C7566879CD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212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734F-D85E-4FD7-AC18-15AD533831D0}" type="datetimeFigureOut">
              <a:rPr lang="zh-TW" altLang="en-US" smtClean="0"/>
              <a:t>2025/8/20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1108923-38FF-4335-8038-C7566879CD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2724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734F-D85E-4FD7-AC18-15AD533831D0}" type="datetimeFigureOut">
              <a:rPr lang="zh-TW" altLang="en-US" smtClean="0"/>
              <a:t>2025/8/20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1108923-38FF-4335-8038-C7566879CD2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62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734F-D85E-4FD7-AC18-15AD533831D0}" type="datetimeFigureOut">
              <a:rPr lang="zh-TW" altLang="en-US" smtClean="0"/>
              <a:t>2025/8/20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1108923-38FF-4335-8038-C7566879CD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483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734F-D85E-4FD7-AC18-15AD533831D0}" type="datetimeFigureOut">
              <a:rPr lang="zh-TW" altLang="en-US" smtClean="0"/>
              <a:t>2025/8/20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1108923-38FF-4335-8038-C7566879CD2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786227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734F-D85E-4FD7-AC18-15AD533831D0}" type="datetimeFigureOut">
              <a:rPr lang="zh-TW" altLang="en-US" smtClean="0"/>
              <a:t>2025/8/20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1108923-38FF-4335-8038-C7566879CD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03683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734F-D85E-4FD7-AC18-15AD533831D0}" type="datetimeFigureOut">
              <a:rPr lang="zh-TW" altLang="en-US" smtClean="0"/>
              <a:t>2025/8/20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08923-38FF-4335-8038-C7566879CD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46559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734F-D85E-4FD7-AC18-15AD533831D0}" type="datetimeFigureOut">
              <a:rPr lang="zh-TW" altLang="en-US" smtClean="0"/>
              <a:t>2025/8/20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08923-38FF-4335-8038-C7566879CD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8264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5734F-D85E-4FD7-AC18-15AD533831D0}" type="datetimeFigureOut">
              <a:rPr lang="zh-TW" altLang="en-US" smtClean="0"/>
              <a:t>2025/8/20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1108923-38FF-4335-8038-C7566879CD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2924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839559"/>
            <a:ext cx="9144000" cy="2387600"/>
          </a:xfrm>
        </p:spPr>
        <p:txBody>
          <a:bodyPr/>
          <a:lstStyle/>
          <a:p>
            <a:pPr algn="ctr"/>
            <a:r>
              <a:rPr lang="zh-TW" altLang="en-US" dirty="0">
                <a:latin typeface="+mn-lt"/>
              </a:rPr>
              <a:t>利用隨機森林方式</a:t>
            </a:r>
            <a:br>
              <a:rPr lang="en-US" altLang="zh-TW" dirty="0">
                <a:latin typeface="+mn-lt"/>
              </a:rPr>
            </a:br>
            <a:r>
              <a:rPr lang="zh-TW" altLang="en-US">
                <a:latin typeface="+mn-lt"/>
              </a:rPr>
              <a:t>進行台北市降雨預測</a:t>
            </a:r>
            <a:endParaRPr lang="zh-TW" altLang="en-US" dirty="0">
              <a:latin typeface="+mn-lt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498416"/>
            <a:ext cx="9144000" cy="1655762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/>
              <a:t>IMLP453</a:t>
            </a:r>
          </a:p>
          <a:p>
            <a:pPr algn="ctr"/>
            <a:br>
              <a:rPr lang="en-US" altLang="zh-TW" sz="2400" dirty="0"/>
            </a:br>
            <a:r>
              <a:rPr lang="zh-TW" altLang="en-US" sz="2400" dirty="0"/>
              <a:t>林振維</a:t>
            </a:r>
            <a:endParaRPr lang="en-US" altLang="zh-TW" sz="2400" dirty="0"/>
          </a:p>
        </p:txBody>
      </p:sp>
      <p:cxnSp>
        <p:nvCxnSpPr>
          <p:cNvPr id="11" name="直線接點 10"/>
          <p:cNvCxnSpPr/>
          <p:nvPr/>
        </p:nvCxnSpPr>
        <p:spPr>
          <a:xfrm>
            <a:off x="1051560" y="3246120"/>
            <a:ext cx="10094976" cy="18288"/>
          </a:xfrm>
          <a:prstGeom prst="line">
            <a:avLst/>
          </a:prstGeom>
          <a:ln w="381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08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5FEF54-D0B2-41D8-BE7D-5868F7E4E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採用方法與資料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6B8BDAB-066F-45C1-8E16-B9168FFA4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/>
              <a:t>採用方法：隨機森林訓練</a:t>
            </a:r>
            <a:endParaRPr lang="en-US" altLang="zh-TW" sz="3200" dirty="0"/>
          </a:p>
          <a:p>
            <a:endParaRPr lang="en-US" altLang="zh-TW" sz="3200" dirty="0"/>
          </a:p>
          <a:p>
            <a:r>
              <a:rPr lang="zh-TW" altLang="en-US" sz="3200" dirty="0"/>
              <a:t>資料來源：中央氣象署台北測站資料</a:t>
            </a:r>
            <a:endParaRPr lang="en-US" altLang="zh-TW" sz="3200" dirty="0"/>
          </a:p>
          <a:p>
            <a:r>
              <a:rPr lang="zh-TW" altLang="en-US" sz="3200" dirty="0"/>
              <a:t>資料年份：</a:t>
            </a:r>
            <a:r>
              <a:rPr lang="en-US" altLang="zh-TW" sz="3200" dirty="0"/>
              <a:t>2000</a:t>
            </a:r>
            <a:r>
              <a:rPr lang="zh-TW" altLang="en-US" sz="3200" dirty="0"/>
              <a:t>年</a:t>
            </a:r>
            <a:r>
              <a:rPr lang="en-US" altLang="zh-TW" sz="3200" dirty="0"/>
              <a:t>-2021</a:t>
            </a:r>
            <a:r>
              <a:rPr lang="zh-TW" altLang="en-US" sz="3200" dirty="0"/>
              <a:t>年</a:t>
            </a:r>
          </a:p>
        </p:txBody>
      </p:sp>
    </p:spTree>
    <p:extLst>
      <p:ext uri="{BB962C8B-B14F-4D97-AF65-F5344CB8AC3E}">
        <p14:creationId xmlns:p14="http://schemas.microsoft.com/office/powerpoint/2010/main" val="586952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5FEF54-D0B2-41D8-BE7D-5868F7E4E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資料預處理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D55405C-DF3F-441F-9F3E-1F581AE1FC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247" y="1338528"/>
            <a:ext cx="8911687" cy="325698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C7A1D7C-7357-496B-B1F7-94A057F66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247" y="4595508"/>
            <a:ext cx="8011643" cy="2133898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CC360AF1-5268-446F-B395-0069C3264B11}"/>
              </a:ext>
            </a:extLst>
          </p:cNvPr>
          <p:cNvSpPr txBox="1"/>
          <p:nvPr/>
        </p:nvSpPr>
        <p:spPr>
          <a:xfrm>
            <a:off x="6637867" y="1720334"/>
            <a:ext cx="2961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去除空值較多的行列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2F3E503A-85DC-4608-9306-0A12083509DE}"/>
              </a:ext>
            </a:extLst>
          </p:cNvPr>
          <p:cNvCxnSpPr/>
          <p:nvPr/>
        </p:nvCxnSpPr>
        <p:spPr>
          <a:xfrm flipH="1">
            <a:off x="4394200" y="1905000"/>
            <a:ext cx="2159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49E298A4-605A-4721-9C68-43AFC91FFE1A}"/>
              </a:ext>
            </a:extLst>
          </p:cNvPr>
          <p:cNvSpPr/>
          <p:nvPr/>
        </p:nvSpPr>
        <p:spPr>
          <a:xfrm>
            <a:off x="1332247" y="1786467"/>
            <a:ext cx="2961208" cy="3031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F6C29B7-5E7D-46F1-BB1B-6BB96B3A08E3}"/>
              </a:ext>
            </a:extLst>
          </p:cNvPr>
          <p:cNvSpPr txBox="1"/>
          <p:nvPr/>
        </p:nvSpPr>
        <p:spPr>
          <a:xfrm>
            <a:off x="6637867" y="2118279"/>
            <a:ext cx="2961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將有無降雨進行分類</a:t>
            </a: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B9CA5666-F21A-4C16-9031-66513D254FC0}"/>
              </a:ext>
            </a:extLst>
          </p:cNvPr>
          <p:cNvCxnSpPr>
            <a:cxnSpLocks/>
          </p:cNvCxnSpPr>
          <p:nvPr/>
        </p:nvCxnSpPr>
        <p:spPr>
          <a:xfrm flipH="1">
            <a:off x="5037667" y="2294478"/>
            <a:ext cx="1600200" cy="846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097BAC05-FB24-4080-B282-32AA989E325F}"/>
              </a:ext>
            </a:extLst>
          </p:cNvPr>
          <p:cNvSpPr/>
          <p:nvPr/>
        </p:nvSpPr>
        <p:spPr>
          <a:xfrm>
            <a:off x="1332247" y="2227145"/>
            <a:ext cx="3527620" cy="2019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70C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A4EB0AA-1E4E-41A5-A7AB-7E7E715A5743}"/>
              </a:ext>
            </a:extLst>
          </p:cNvPr>
          <p:cNvSpPr txBox="1"/>
          <p:nvPr/>
        </p:nvSpPr>
        <p:spPr>
          <a:xfrm>
            <a:off x="8796867" y="4721700"/>
            <a:ext cx="2961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去除建立模式的無用資料</a:t>
            </a: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9D4F54F9-322A-45B3-AE39-84B9B710BF8C}"/>
              </a:ext>
            </a:extLst>
          </p:cNvPr>
          <p:cNvCxnSpPr/>
          <p:nvPr/>
        </p:nvCxnSpPr>
        <p:spPr>
          <a:xfrm flipH="1">
            <a:off x="6553200" y="4906366"/>
            <a:ext cx="2159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30F68D2-4435-4079-9D1A-60155D67AABC}"/>
              </a:ext>
            </a:extLst>
          </p:cNvPr>
          <p:cNvSpPr/>
          <p:nvPr/>
        </p:nvSpPr>
        <p:spPr>
          <a:xfrm>
            <a:off x="1332246" y="4787833"/>
            <a:ext cx="5050435" cy="2555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3071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5FEF54-D0B2-41D8-BE7D-5868F7E4E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隨機森林測試訓練與特徵比較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14BA985-A7B0-4365-9AEB-2C2DB5977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93" y="1610257"/>
            <a:ext cx="4741463" cy="3240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12AB77C-C63F-4C2E-8D0E-D7903C0990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3678" y="2482323"/>
            <a:ext cx="4440455" cy="32400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6A306BC-56A5-4C25-97B6-D354175884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864" y="3230257"/>
            <a:ext cx="4747117" cy="3240000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4FCA749D-CA33-41D5-9E01-0146B58FBEB2}"/>
              </a:ext>
            </a:extLst>
          </p:cNvPr>
          <p:cNvSpPr txBox="1"/>
          <p:nvPr/>
        </p:nvSpPr>
        <p:spPr>
          <a:xfrm>
            <a:off x="5063067" y="1610257"/>
            <a:ext cx="64415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分別以</a:t>
            </a:r>
            <a:r>
              <a:rPr lang="en-US" altLang="zh-TW" dirty="0"/>
              <a:t>10</a:t>
            </a:r>
            <a:r>
              <a:rPr lang="zh-TW" altLang="en-US" dirty="0"/>
              <a:t>、</a:t>
            </a:r>
            <a:r>
              <a:rPr lang="en-US" altLang="zh-TW" dirty="0"/>
              <a:t>30</a:t>
            </a:r>
            <a:r>
              <a:rPr lang="zh-TW" altLang="en-US" dirty="0"/>
              <a:t>、</a:t>
            </a:r>
            <a:r>
              <a:rPr lang="en-US" altLang="zh-TW" dirty="0"/>
              <a:t>50</a:t>
            </a:r>
            <a:r>
              <a:rPr lang="zh-TW" altLang="en-US" dirty="0"/>
              <a:t>的樹數量進行隨機森林模式測試</a:t>
            </a:r>
            <a:endParaRPr lang="en-US" altLang="zh-TW" dirty="0"/>
          </a:p>
          <a:p>
            <a:r>
              <a:rPr lang="zh-TW" altLang="en-US" dirty="0"/>
              <a:t>並找出資料內較顯著的特徵項</a:t>
            </a:r>
            <a:r>
              <a:rPr lang="en-US" altLang="zh-TW" dirty="0"/>
              <a:t>(RH01)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16435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5FEF54-D0B2-41D8-BE7D-5868F7E4E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隨機森林調參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8B65DFB-AC90-4E86-9A60-11B47DA66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959" y="1591734"/>
            <a:ext cx="7640116" cy="319132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92844D8-E6F8-4698-A0AA-96F9D49220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959" y="4783054"/>
            <a:ext cx="8364117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640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5FEF54-D0B2-41D8-BE7D-5868F7E4E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隨機森林調參最佳結果測試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A5FE5B4-ECCA-43A5-BE21-7A63BD982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7305"/>
            <a:ext cx="2601636" cy="32400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C3800E5D-D160-4869-A393-F4F5DAF526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316" y="1427305"/>
            <a:ext cx="2740623" cy="324000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14A4CD92-86D4-4C8B-8BD8-3763DC3B78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935" y="1427305"/>
            <a:ext cx="2690950" cy="324000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0B4654DA-14E4-4A35-ABE5-05DB12AC14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0941" y="1427305"/>
            <a:ext cx="2699999" cy="32400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64A52CC-31A1-4F64-A68D-E475A5E2BA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7887" y="1427305"/>
            <a:ext cx="2832720" cy="3240000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10F942C7-CF3D-48CA-AE9F-CCEDBA090B9D}"/>
              </a:ext>
            </a:extLst>
          </p:cNvPr>
          <p:cNvSpPr txBox="1"/>
          <p:nvPr/>
        </p:nvSpPr>
        <p:spPr>
          <a:xfrm>
            <a:off x="5984240" y="5129106"/>
            <a:ext cx="56504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將調參的建議設定結果進行模式建立</a:t>
            </a:r>
            <a:endParaRPr lang="en-US" altLang="zh-TW" dirty="0"/>
          </a:p>
          <a:p>
            <a:r>
              <a:rPr lang="zh-TW" altLang="en-US" dirty="0"/>
              <a:t>並進行</a:t>
            </a:r>
            <a:r>
              <a:rPr lang="en-US" altLang="zh-TW" dirty="0"/>
              <a:t>10</a:t>
            </a:r>
            <a:r>
              <a:rPr lang="zh-TW" altLang="en-US" dirty="0"/>
              <a:t>次的結果測試，訓練結果準確度約在</a:t>
            </a:r>
            <a:r>
              <a:rPr lang="en-US" altLang="zh-TW" dirty="0"/>
              <a:t>0.90</a:t>
            </a:r>
          </a:p>
          <a:p>
            <a:r>
              <a:rPr lang="zh-TW" altLang="en-US" dirty="0"/>
              <a:t>在</a:t>
            </a:r>
            <a:r>
              <a:rPr lang="en-US" altLang="zh-TW" dirty="0"/>
              <a:t>ROC</a:t>
            </a:r>
            <a:r>
              <a:rPr lang="zh-TW" altLang="en-US" dirty="0"/>
              <a:t>曲線上也展現了其預測結果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C1C23197-3F53-4041-ADDA-4F1DB619D6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553" y="4667305"/>
            <a:ext cx="2949448" cy="217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405055"/>
      </p:ext>
    </p:extLst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絲縷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絲縷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絲縷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88267</TotalTime>
  <Words>141</Words>
  <Application>Microsoft Office PowerPoint</Application>
  <PresentationFormat>寬螢幕</PresentationFormat>
  <Paragraphs>20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Arial</vt:lpstr>
      <vt:lpstr>Calibri</vt:lpstr>
      <vt:lpstr>Century Gothic</vt:lpstr>
      <vt:lpstr>Wingdings 3</vt:lpstr>
      <vt:lpstr>絲縷</vt:lpstr>
      <vt:lpstr>利用隨機森林方式 進行台北市降雨預測</vt:lpstr>
      <vt:lpstr>採用方法與資料</vt:lpstr>
      <vt:lpstr>資料預處理</vt:lpstr>
      <vt:lpstr>隨機森林測試訓練與特徵比較</vt:lpstr>
      <vt:lpstr>隨機森林調參</vt:lpstr>
      <vt:lpstr>隨機森林調參最佳結果測試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模式敏感度修正測試</dc:title>
  <dc:creator>LEO</dc:creator>
  <cp:lastModifiedBy>振維 林</cp:lastModifiedBy>
  <cp:revision>624</cp:revision>
  <dcterms:created xsi:type="dcterms:W3CDTF">2021-08-18T08:26:37Z</dcterms:created>
  <dcterms:modified xsi:type="dcterms:W3CDTF">2025-08-20T09:16:41Z</dcterms:modified>
</cp:coreProperties>
</file>